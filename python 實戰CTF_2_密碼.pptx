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64" r:id="rId4"/>
    <p:sldId id="287" r:id="rId5"/>
    <p:sldId id="290" r:id="rId6"/>
    <p:sldId id="291" r:id="rId7"/>
    <p:sldId id="288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59F-601A-4B2E-90A8-61D0F237D3FF}" type="datetimeFigureOut">
              <a:rPr lang="zh-TW" altLang="en-US" smtClean="0"/>
              <a:t>2019/5/15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5975-6B42-4226-88E3-C36EA504332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59F-601A-4B2E-90A8-61D0F237D3FF}" type="datetimeFigureOut">
              <a:rPr lang="zh-TW" altLang="en-US" smtClean="0"/>
              <a:t>2019/5/15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5975-6B42-4226-88E3-C36EA504332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59F-601A-4B2E-90A8-61D0F237D3FF}" type="datetimeFigureOut">
              <a:rPr lang="zh-TW" altLang="en-US" smtClean="0"/>
              <a:t>2019/5/15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5975-6B42-4226-88E3-C36EA504332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59F-601A-4B2E-90A8-61D0F237D3FF}" type="datetimeFigureOut">
              <a:rPr lang="zh-TW" altLang="en-US" smtClean="0"/>
              <a:t>2019/5/15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5975-6B42-4226-88E3-C36EA504332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59F-601A-4B2E-90A8-61D0F237D3FF}" type="datetimeFigureOut">
              <a:rPr lang="zh-TW" altLang="en-US" smtClean="0"/>
              <a:t>2019/5/15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5975-6B42-4226-88E3-C36EA504332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59F-601A-4B2E-90A8-61D0F237D3FF}" type="datetimeFigureOut">
              <a:rPr lang="zh-TW" altLang="en-US" smtClean="0"/>
              <a:t>2019/5/15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5975-6B42-4226-88E3-C36EA504332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59F-601A-4B2E-90A8-61D0F237D3FF}" type="datetimeFigureOut">
              <a:rPr lang="zh-TW" altLang="en-US" smtClean="0"/>
              <a:t>2019/5/15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5975-6B42-4226-88E3-C36EA504332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59F-601A-4B2E-90A8-61D0F237D3FF}" type="datetimeFigureOut">
              <a:rPr lang="zh-TW" altLang="en-US" smtClean="0"/>
              <a:t>2019/5/15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5975-6B42-4226-88E3-C36EA504332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59F-601A-4B2E-90A8-61D0F237D3FF}" type="datetimeFigureOut">
              <a:rPr lang="zh-TW" altLang="en-US" smtClean="0"/>
              <a:t>2019/5/15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5975-6B42-4226-88E3-C36EA504332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59F-601A-4B2E-90A8-61D0F237D3FF}" type="datetimeFigureOut">
              <a:rPr lang="zh-TW" altLang="en-US" smtClean="0"/>
              <a:t>2019/5/15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5975-6B42-4226-88E3-C36EA504332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59F-601A-4B2E-90A8-61D0F237D3FF}" type="datetimeFigureOut">
              <a:rPr lang="zh-TW" altLang="en-US" smtClean="0"/>
              <a:t>2019/5/15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5975-6B42-4226-88E3-C36EA504332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C159F-601A-4B2E-90A8-61D0F237D3FF}" type="datetimeFigureOut">
              <a:rPr lang="zh-TW" altLang="en-US" smtClean="0"/>
              <a:t>2019/5/15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25975-6B42-4226-88E3-C36EA504332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035546"/>
          </a:xfrm>
        </p:spPr>
        <p:txBody>
          <a:bodyPr/>
          <a:lstStyle/>
          <a:p>
            <a:r>
              <a:rPr lang="en-US" altLang="zh-TW" dirty="0" smtClean="0"/>
              <a:t>Python</a:t>
            </a:r>
            <a:r>
              <a:rPr lang="zh-TW" altLang="en-US" dirty="0" smtClean="0"/>
              <a:t>程式與資訊安全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/>
              <a:t>使用</a:t>
            </a:r>
            <a:r>
              <a:rPr lang="en-US" altLang="zh-TW" sz="2400" dirty="0" smtClean="0"/>
              <a:t>Python</a:t>
            </a:r>
            <a:r>
              <a:rPr lang="zh-TW" altLang="en-US" sz="2400" dirty="0" smtClean="0"/>
              <a:t>求解</a:t>
            </a:r>
            <a:r>
              <a:rPr lang="en-US" altLang="zh-TW" sz="2400" dirty="0" smtClean="0"/>
              <a:t>CTF</a:t>
            </a:r>
            <a:r>
              <a:rPr lang="zh-TW" altLang="en-US" sz="2400" dirty="0" smtClean="0"/>
              <a:t>實戰課</a:t>
            </a:r>
            <a:endParaRPr lang="zh-TW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179512" y="260648"/>
            <a:ext cx="45291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20000"/>
              </a:spcBef>
            </a:pPr>
            <a:r>
              <a:rPr lang="en-US" altLang="zh-TW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Python-CTF:</a:t>
            </a:r>
            <a:r>
              <a:rPr lang="zh-TW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  <a:r>
              <a:rPr lang="zh-TW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實戰</a:t>
            </a:r>
            <a:r>
              <a:rPr lang="en-US" altLang="zh-TW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CTF</a:t>
            </a:r>
            <a:endParaRPr lang="zh-TW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4005064"/>
            <a:ext cx="2091109" cy="21581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1475656" y="2564904"/>
            <a:ext cx="674556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 102</a:t>
            </a:r>
          </a:p>
          <a:p>
            <a:endParaRPr lang="en-US" altLang="zh-TW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School </a:t>
            </a:r>
            <a:r>
              <a:rPr lang="en-US" altLang="zh-TW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CTF 2015: affine-cipher-100(</a:t>
            </a:r>
            <a:r>
              <a:rPr lang="zh-TW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教</a:t>
            </a:r>
            <a:r>
              <a:rPr lang="en-US" altLang="zh-TW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TW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2301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Crypto_103_affine-cipher</a:t>
            </a:r>
            <a:br>
              <a:rPr lang="en-US" altLang="zh-TW" b="1" dirty="0"/>
            </a:br>
            <a:r>
              <a:rPr lang="en-US" altLang="zh-TW" sz="2200" dirty="0"/>
              <a:t>School CTF 2015: affine-cipher-100(</a:t>
            </a:r>
            <a:r>
              <a:rPr lang="zh-TW" altLang="en-US" sz="2200" dirty="0"/>
              <a:t>教</a:t>
            </a:r>
            <a:r>
              <a:rPr lang="en-US" altLang="zh-TW" sz="2200" dirty="0"/>
              <a:t>) 150</a:t>
            </a:r>
            <a:br>
              <a:rPr lang="en-US" altLang="zh-TW" sz="2200" dirty="0"/>
            </a:br>
            <a:r>
              <a:rPr lang="en-US" altLang="zh-TW" sz="2200" dirty="0"/>
              <a:t>https://</a:t>
            </a:r>
            <a:r>
              <a:rPr lang="en-US" altLang="zh-TW" sz="2200" dirty="0" smtClean="0"/>
              <a:t>github.com/BurningMarshmallow/CTF/blob/master/affine_solve.py</a:t>
            </a:r>
            <a:endParaRPr lang="zh-TW" altLang="en-US" sz="2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1560" y="1844824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zh-TW" dirty="0" smtClean="0"/>
              <a:t>import string </a:t>
            </a:r>
          </a:p>
          <a:p>
            <a:pPr>
              <a:buNone/>
            </a:pPr>
            <a:r>
              <a:rPr lang="en-US" altLang="zh-TW" dirty="0" smtClean="0"/>
              <a:t>s = </a:t>
            </a:r>
            <a:r>
              <a:rPr lang="en-US" altLang="zh-TW" dirty="0" err="1" smtClean="0"/>
              <a:t>string.ascii_lowercase</a:t>
            </a:r>
            <a:r>
              <a:rPr lang="en-US" altLang="zh-TW" dirty="0" smtClean="0"/>
              <a:t> # a-z </a:t>
            </a:r>
          </a:p>
          <a:p>
            <a:pPr>
              <a:buNone/>
            </a:pPr>
            <a:r>
              <a:rPr lang="en-US" altLang="zh-TW" dirty="0" smtClean="0"/>
              <a:t>s += '_' </a:t>
            </a:r>
          </a:p>
          <a:p>
            <a:pPr>
              <a:buNone/>
            </a:pPr>
            <a:r>
              <a:rPr lang="en-US" altLang="zh-TW" dirty="0" smtClean="0"/>
              <a:t>d = {} </a:t>
            </a:r>
          </a:p>
          <a:p>
            <a:pPr>
              <a:buNone/>
            </a:pPr>
            <a:r>
              <a:rPr lang="en-US" altLang="zh-TW" dirty="0" smtClean="0"/>
              <a:t>for c in range(</a:t>
            </a:r>
            <a:r>
              <a:rPr lang="en-US" altLang="zh-TW" dirty="0" err="1" smtClean="0"/>
              <a:t>len</a:t>
            </a:r>
            <a:r>
              <a:rPr lang="en-US" altLang="zh-TW" dirty="0" smtClean="0"/>
              <a:t>(s)): </a:t>
            </a:r>
          </a:p>
          <a:p>
            <a:pPr>
              <a:buNone/>
            </a:pPr>
            <a:r>
              <a:rPr lang="en-US" altLang="zh-TW" dirty="0" smtClean="0"/>
              <a:t>      d[s[(c*4 + 15)%27]] = s[c] 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err="1" smtClean="0"/>
              <a:t>ciphertext</a:t>
            </a:r>
            <a:r>
              <a:rPr lang="en-US" altLang="zh-TW" dirty="0" smtClean="0"/>
              <a:t> = '</a:t>
            </a:r>
            <a:r>
              <a:rPr lang="en-US" altLang="zh-TW" dirty="0" err="1" smtClean="0"/>
              <a:t>ifpmluglesecdlqp_rclfrseljpkq</a:t>
            </a:r>
            <a:r>
              <a:rPr lang="en-US" altLang="zh-TW" dirty="0" smtClean="0"/>
              <a:t>' </a:t>
            </a:r>
          </a:p>
          <a:p>
            <a:pPr>
              <a:buNone/>
            </a:pPr>
            <a:r>
              <a:rPr lang="en-US" altLang="zh-TW" dirty="0" smtClean="0"/>
              <a:t>s1 = '' </a:t>
            </a:r>
          </a:p>
          <a:p>
            <a:pPr>
              <a:buNone/>
            </a:pPr>
            <a:r>
              <a:rPr lang="en-US" altLang="zh-TW" dirty="0" smtClean="0"/>
              <a:t>for x in </a:t>
            </a:r>
            <a:r>
              <a:rPr lang="en-US" altLang="zh-TW" dirty="0" err="1" smtClean="0"/>
              <a:t>ciphertext</a:t>
            </a:r>
            <a:r>
              <a:rPr lang="en-US" altLang="zh-TW" dirty="0" smtClean="0"/>
              <a:t> : </a:t>
            </a:r>
          </a:p>
          <a:p>
            <a:pPr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s1 += d[x] 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en-US" altLang="zh-TW" dirty="0" smtClean="0"/>
              <a:t>print s1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/>
              <a:t>Crypto 101</a:t>
            </a:r>
            <a:br>
              <a:rPr lang="en-US" altLang="zh-TW" sz="3200" dirty="0" smtClean="0"/>
            </a:br>
            <a:r>
              <a:rPr lang="en-US" altLang="zh-TW" sz="3200" dirty="0" smtClean="0"/>
              <a:t>RC3 </a:t>
            </a:r>
            <a:r>
              <a:rPr lang="en-US" altLang="zh-TW" sz="3200" dirty="0"/>
              <a:t>CTF 2016 : salad-100</a:t>
            </a:r>
          </a:p>
          <a:p>
            <a:pPr algn="ctr"/>
            <a:r>
              <a:rPr lang="en-US" altLang="zh-TW" sz="3200" dirty="0"/>
              <a:t>20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4691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11560" y="612845"/>
            <a:ext cx="792088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import string</a:t>
            </a:r>
          </a:p>
          <a:p>
            <a:endParaRPr lang="en-US" altLang="zh-TW" dirty="0"/>
          </a:p>
          <a:p>
            <a:r>
              <a:rPr lang="en-US" altLang="zh-TW" dirty="0" err="1"/>
              <a:t>caesaralpha</a:t>
            </a:r>
            <a:r>
              <a:rPr lang="en-US" altLang="zh-TW" dirty="0"/>
              <a:t> = "abcdefghijklmnopqrstuvwxyz0123456789"</a:t>
            </a:r>
          </a:p>
          <a:p>
            <a:endParaRPr lang="en-US" altLang="zh-TW" dirty="0"/>
          </a:p>
          <a:p>
            <a:r>
              <a:rPr lang="en-US" altLang="zh-TW" dirty="0" err="1"/>
              <a:t>def</a:t>
            </a:r>
            <a:r>
              <a:rPr lang="en-US" altLang="zh-TW" dirty="0"/>
              <a:t> </a:t>
            </a:r>
            <a:r>
              <a:rPr lang="en-US" altLang="zh-TW" dirty="0" err="1"/>
              <a:t>caesar</a:t>
            </a:r>
            <a:r>
              <a:rPr lang="en-US" altLang="zh-TW" dirty="0"/>
              <a:t>(</a:t>
            </a:r>
            <a:r>
              <a:rPr lang="en-US" altLang="zh-TW" dirty="0" err="1"/>
              <a:t>input_string</a:t>
            </a:r>
            <a:r>
              <a:rPr lang="en-US" altLang="zh-TW" dirty="0"/>
              <a:t>, rot):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output_string</a:t>
            </a:r>
            <a:r>
              <a:rPr lang="en-US" altLang="zh-TW" dirty="0"/>
              <a:t> = ""</a:t>
            </a:r>
          </a:p>
          <a:p>
            <a:r>
              <a:rPr lang="en-US" altLang="zh-TW" dirty="0"/>
              <a:t>    for </a:t>
            </a:r>
            <a:r>
              <a:rPr lang="en-US" altLang="zh-TW" dirty="0" err="1"/>
              <a:t>i</a:t>
            </a:r>
            <a:r>
              <a:rPr lang="en-US" altLang="zh-TW" dirty="0"/>
              <a:t> in range(</a:t>
            </a:r>
            <a:r>
              <a:rPr lang="en-US" altLang="zh-TW" dirty="0" err="1"/>
              <a:t>len</a:t>
            </a:r>
            <a:r>
              <a:rPr lang="en-US" altLang="zh-TW" dirty="0"/>
              <a:t>(</a:t>
            </a:r>
            <a:r>
              <a:rPr lang="en-US" altLang="zh-TW" dirty="0" err="1"/>
              <a:t>input_string</a:t>
            </a:r>
            <a:r>
              <a:rPr lang="en-US" altLang="zh-TW" dirty="0"/>
              <a:t>)):</a:t>
            </a:r>
          </a:p>
          <a:p>
            <a:r>
              <a:rPr lang="en-US" altLang="zh-TW" dirty="0"/>
              <a:t>        if </a:t>
            </a:r>
            <a:r>
              <a:rPr lang="en-US" altLang="zh-TW" dirty="0" err="1"/>
              <a:t>input_string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].</a:t>
            </a:r>
            <a:r>
              <a:rPr lang="en-US" altLang="zh-TW" dirty="0" err="1"/>
              <a:t>isalnum</a:t>
            </a:r>
            <a:r>
              <a:rPr lang="en-US" altLang="zh-TW" dirty="0"/>
              <a:t>():</a:t>
            </a:r>
          </a:p>
          <a:p>
            <a:r>
              <a:rPr lang="en-US" altLang="zh-TW" dirty="0"/>
              <a:t>            </a:t>
            </a:r>
            <a:r>
              <a:rPr lang="en-US" altLang="zh-TW" dirty="0" err="1"/>
              <a:t>idx</a:t>
            </a:r>
            <a:r>
              <a:rPr lang="en-US" altLang="zh-TW" dirty="0"/>
              <a:t> = (</a:t>
            </a:r>
            <a:r>
              <a:rPr lang="en-US" altLang="zh-TW" dirty="0" err="1"/>
              <a:t>caesaralpha.find</a:t>
            </a:r>
            <a:r>
              <a:rPr lang="en-US" altLang="zh-TW" dirty="0"/>
              <a:t>(</a:t>
            </a:r>
            <a:r>
              <a:rPr lang="en-US" altLang="zh-TW" dirty="0" err="1"/>
              <a:t>input_string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]) + rot) % </a:t>
            </a:r>
            <a:r>
              <a:rPr lang="en-US" altLang="zh-TW" dirty="0" err="1"/>
              <a:t>len</a:t>
            </a:r>
            <a:r>
              <a:rPr lang="en-US" altLang="zh-TW" dirty="0"/>
              <a:t>(</a:t>
            </a:r>
            <a:r>
              <a:rPr lang="en-US" altLang="zh-TW" dirty="0" err="1"/>
              <a:t>caesaralpha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        </a:t>
            </a:r>
            <a:r>
              <a:rPr lang="en-US" altLang="zh-TW" dirty="0" err="1"/>
              <a:t>output_string</a:t>
            </a:r>
            <a:r>
              <a:rPr lang="en-US" altLang="zh-TW" dirty="0"/>
              <a:t> += </a:t>
            </a:r>
            <a:r>
              <a:rPr lang="en-US" altLang="zh-TW" dirty="0" err="1"/>
              <a:t>caesaralpha</a:t>
            </a:r>
            <a:r>
              <a:rPr lang="en-US" altLang="zh-TW" dirty="0"/>
              <a:t>[</a:t>
            </a:r>
            <a:r>
              <a:rPr lang="en-US" altLang="zh-TW" dirty="0" err="1"/>
              <a:t>idx</a:t>
            </a:r>
            <a:r>
              <a:rPr lang="en-US" altLang="zh-TW" dirty="0"/>
              <a:t>]</a:t>
            </a:r>
          </a:p>
          <a:p>
            <a:r>
              <a:rPr lang="en-US" altLang="zh-TW" dirty="0"/>
              <a:t>        else:</a:t>
            </a:r>
          </a:p>
          <a:p>
            <a:r>
              <a:rPr lang="en-US" altLang="zh-TW" dirty="0"/>
              <a:t>            </a:t>
            </a:r>
            <a:r>
              <a:rPr lang="en-US" altLang="zh-TW" dirty="0" err="1"/>
              <a:t>output_string</a:t>
            </a:r>
            <a:r>
              <a:rPr lang="en-US" altLang="zh-TW" dirty="0"/>
              <a:t> += </a:t>
            </a:r>
            <a:r>
              <a:rPr lang="en-US" altLang="zh-TW" dirty="0" err="1"/>
              <a:t>input_string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</a:t>
            </a:r>
          </a:p>
          <a:p>
            <a:r>
              <a:rPr lang="en-US" altLang="zh-TW" dirty="0"/>
              <a:t>    return </a:t>
            </a:r>
            <a:r>
              <a:rPr lang="en-US" altLang="zh-TW" dirty="0" err="1"/>
              <a:t>output_string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enc</a:t>
            </a:r>
            <a:r>
              <a:rPr lang="en-US" altLang="zh-TW" dirty="0"/>
              <a:t> = '7sj-ighm-742q3w4t' # encrypt data</a:t>
            </a:r>
          </a:p>
          <a:p>
            <a:endParaRPr lang="en-US" altLang="zh-TW" dirty="0"/>
          </a:p>
          <a:p>
            <a:r>
              <a:rPr lang="en-US" altLang="zh-TW" dirty="0"/>
              <a:t>for </a:t>
            </a:r>
            <a:r>
              <a:rPr lang="en-US" altLang="zh-TW" dirty="0" err="1"/>
              <a:t>i</a:t>
            </a:r>
            <a:r>
              <a:rPr lang="en-US" altLang="zh-TW" dirty="0"/>
              <a:t> in range(</a:t>
            </a:r>
            <a:r>
              <a:rPr lang="en-US" altLang="zh-TW" dirty="0" err="1"/>
              <a:t>len</a:t>
            </a:r>
            <a:r>
              <a:rPr lang="en-US" altLang="zh-TW" dirty="0"/>
              <a:t>(</a:t>
            </a:r>
            <a:r>
              <a:rPr lang="en-US" altLang="zh-TW" dirty="0" err="1"/>
              <a:t>caesaralpha</a:t>
            </a:r>
            <a:r>
              <a:rPr lang="en-US" altLang="zh-TW" dirty="0"/>
              <a:t>)):</a:t>
            </a:r>
          </a:p>
          <a:p>
            <a:r>
              <a:rPr lang="en-US" altLang="zh-TW" dirty="0"/>
              <a:t>    print </a:t>
            </a:r>
            <a:r>
              <a:rPr lang="en-US" altLang="zh-TW" dirty="0" err="1"/>
              <a:t>caesar</a:t>
            </a:r>
            <a:r>
              <a:rPr lang="en-US" altLang="zh-TW" dirty="0"/>
              <a:t>(</a:t>
            </a:r>
            <a:r>
              <a:rPr lang="en-US" altLang="zh-TW" dirty="0" err="1"/>
              <a:t>enc</a:t>
            </a:r>
            <a:r>
              <a:rPr lang="en-US" altLang="zh-TW" dirty="0"/>
              <a:t>, </a:t>
            </a:r>
            <a:r>
              <a:rPr lang="en-US" altLang="zh-TW" dirty="0" err="1"/>
              <a:t>i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38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7624" y="2852936"/>
            <a:ext cx="56319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'rc3-2016-romangod'.upper()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8601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4285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155</Words>
  <Application>Microsoft Office PowerPoint</Application>
  <PresentationFormat>如螢幕大小 (4:3)</PresentationFormat>
  <Paragraphs>41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新細明體</vt:lpstr>
      <vt:lpstr>Arial</vt:lpstr>
      <vt:lpstr>Calibri</vt:lpstr>
      <vt:lpstr>Office 佈景主題</vt:lpstr>
      <vt:lpstr>Python程式與資訊安全</vt:lpstr>
      <vt:lpstr>PowerPoint 簡報</vt:lpstr>
      <vt:lpstr>Crypto_103_affine-cipher School CTF 2015: affine-cipher-100(教) 150 https://github.com/BurningMarshmallow/CTF/blob/master/affine_solve.py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Python程式與資訊安全</dc:title>
  <dc:creator>USER</dc:creator>
  <cp:lastModifiedBy>BREAKALLCTF{Letmeseesee}</cp:lastModifiedBy>
  <cp:revision>19</cp:revision>
  <dcterms:created xsi:type="dcterms:W3CDTF">2019-04-23T06:40:34Z</dcterms:created>
  <dcterms:modified xsi:type="dcterms:W3CDTF">2019-05-14T21:35:07Z</dcterms:modified>
</cp:coreProperties>
</file>